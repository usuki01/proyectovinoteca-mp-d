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Vinoteca MP&amp;D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Elegancia, tradición y pasión por el vino</a:t>
            </a:r>
          </a:p>
          <a:p>
            <a:r>
              <a:t>David Felipe Barragán Bustos – Maria Paula Barbosa Quito</a:t>
            </a:r>
          </a:p>
          <a:p>
            <a:r>
              <a:t>Universidad Libre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comercio electrónico ha revolucionado la forma de adquirir productos. Vinoteca MP&amp;D es una tienda virtual especializada en vinos, ofreciendo una experiencia de compra personalizada, segura y eficiente.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General:</a:t>
            </a:r>
          </a:p>
          <a:p>
            <a:r>
              <a:t>• Desarrollar una plataforma web para la comercialización de vinos.</a:t>
            </a:r>
          </a:p>
          <a:p/>
          <a:p>
            <a:r>
              <a:t>Específicos:</a:t>
            </a:r>
          </a:p>
          <a:p>
            <a:r>
              <a:t>• Diseñar una interfaz moderna y accesible.</a:t>
            </a:r>
          </a:p>
          <a:p>
            <a:r>
              <a:t>• Implementar base de datos con clasificación de vinos.</a:t>
            </a:r>
          </a:p>
          <a:p>
            <a:r>
              <a:t>• Desarrollar carrito de compras y pagos.</a:t>
            </a:r>
          </a:p>
          <a:p>
            <a:r>
              <a:t>• Crear módulo administrativo para gestión de productos y usuarios.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 del Proyecto y Alcance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Crear una web donde el usuario pueda buscar, filtrar y comprar vinos.</a:t>
            </a:r>
          </a:p>
          <a:p/>
          <a:p>
            <a:r>
              <a:t>Incluye:</a:t>
            </a:r>
          </a:p>
          <a:p>
            <a:r>
              <a:t>• Registro de usuarios</a:t>
            </a:r>
          </a:p>
          <a:p>
            <a:r>
              <a:t>• Catálogo de vinos</a:t>
            </a:r>
          </a:p>
          <a:p>
            <a:r>
              <a:t>• Pagos en línea</a:t>
            </a:r>
          </a:p>
          <a:p>
            <a:r>
              <a:t>• Panel administrativo</a:t>
            </a:r>
          </a:p>
          <a:p/>
          <a:p>
            <a:r>
              <a:t>No incluye:</a:t>
            </a:r>
          </a:p>
          <a:p>
            <a:r>
              <a:t>• Envío físico</a:t>
            </a:r>
          </a:p>
          <a:p>
            <a:r>
              <a:t>• App móvil</a:t>
            </a:r>
          </a:p>
          <a:p>
            <a:r>
              <a:t>• Recomendaciones con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Público Objetivo y Modelo Arquitectónico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Adultos mayores de 18 años, consumidores y negocios interesados en vinos.</a:t>
            </a:r>
          </a:p>
          <a:p/>
          <a:p>
            <a:r>
              <a:t>Modelo 4+1 de Kruchten:</a:t>
            </a:r>
          </a:p>
          <a:p>
            <a:r>
              <a:t>• Vista Lógica</a:t>
            </a:r>
          </a:p>
          <a:p>
            <a:r>
              <a:t>• Vista de Procesos</a:t>
            </a:r>
          </a:p>
          <a:p>
            <a:r>
              <a:t>• Vista de Desarrollo</a:t>
            </a:r>
          </a:p>
          <a:p>
            <a:r>
              <a:t>• Vista Física</a:t>
            </a:r>
          </a:p>
          <a:p>
            <a:r>
              <a:t>• Vista de Escenarios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